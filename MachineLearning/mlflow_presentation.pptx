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– Managing the ML Lifecycle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 Open-source platform for managing ML lifecycle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Developed by Databricks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 Helps track experiments, models, and parameters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Works with Scikit‑learn, TensorFlow, PyTorch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Commonly used in real ML projects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What is MLflow?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is a platform that helps data scientists: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Track machine learning experiments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Record parameters and metrics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Package ML code into reusable projects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Store and manage models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Deploy models easily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Components of MLflow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Tracking – Log parameters, metrics, artifacts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Projects – Package ML code for reproducibility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Models – Standard format for ML models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Model Registry – Manage model versions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UI – Visual interface to compare experiments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Installing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Install MLflow using pip: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pip install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Start MLflow UI: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ui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Open browser: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http://127.0.0.1:5000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Simple MLflow Experiment Code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import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with mlflow.start_run():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    mlflow.log_param('learning_rate', 0.01)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    mlflow.log_param('epochs', 50)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</a:rPr>
              <a:t>    mlflow.log_metric('accuracy', 0.92)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Logging a Model with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import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import mlflow.sklearn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from sklearn.linear_model import LogisticRegression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model = LogisticRegression()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model.fit(X_train, y_train)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</a:rPr>
              <a:t>mlflow.sklearn.log_model(model, 'model')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How MLflow Tracks Metrics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can track: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Precision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Recall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Loss values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Hyperparameters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All experiments can be compared in MLflow UI.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Deploying a Model Using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Steps: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1. Train and log model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2. Register model in Model Registry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3. Deploy using command: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models serve -m runs:/&lt;run_id&gt;/model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Model becomes available as API.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Advantages of MLflow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Easy experiment tracking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Reproducible ML projects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Supports multiple frameworks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Version control for models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Simple deployment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MLflow helps data scientists manage the entire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machine learning lifecycle from experiment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tracking to model deployment.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It improves reproducibility, collaboration,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and monitoring of ML models.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WPS Presentation</Application>
  <PresentationFormat>On-screen Show (4:3)</PresentationFormat>
  <Paragraphs>97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Times New Roman</vt:lpstr>
      <vt:lpstr>Arial Black</vt:lpstr>
      <vt:lpstr>Office Theme</vt:lpstr>
      <vt:lpstr>MLflow – Managing the ML Lifecycle</vt:lpstr>
      <vt:lpstr>What is MLflow?</vt:lpstr>
      <vt:lpstr>Main Components of MLflow</vt:lpstr>
      <vt:lpstr>Installing MLflow</vt:lpstr>
      <vt:lpstr>Simple MLflow Experiment Code</vt:lpstr>
      <vt:lpstr>Logging a Model with MLflow</vt:lpstr>
      <vt:lpstr>How MLflow Tracks Metrics</vt:lpstr>
      <vt:lpstr>Deploying a Model Using MLflow</vt:lpstr>
      <vt:lpstr>Advantages of MLflow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Abhiram Varma</cp:lastModifiedBy>
  <cp:revision>3</cp:revision>
  <dcterms:created xsi:type="dcterms:W3CDTF">2013-01-27T09:14:00Z</dcterms:created>
  <dcterms:modified xsi:type="dcterms:W3CDTF">2026-03-04T14:24:22Z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C99C61D0E594471582098DC65AACFB46_13</vt:lpwstr>
  </property>
  <property fmtid="{D5CDD505-2E9C-101B-9397-08002B2CF9AE}" pid="3" name="KSOProductBuildVer">
    <vt:lpwstr>1033-12.2.0.23196</vt:lpwstr>
  </property>
</Properties>
</file>